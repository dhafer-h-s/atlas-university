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143000"/>
            <a:ext cx="201168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11795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01000" y="1399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KB · ~0.3 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955280" y="1746504"/>
            <a:ext cx="2560320" cy="5120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7830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Cache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0100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KB · ~1 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955280" y="2350008"/>
            <a:ext cx="310896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3865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Cache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01000" y="2606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KB · ~4 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55280" y="2953512"/>
            <a:ext cx="3657600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990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Cache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01000" y="3209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MB · ~12 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3557016"/>
            <a:ext cx="4206240" cy="5120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5935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3813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 GB · ~60–80 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6384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Hierarchy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128016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Locality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11480" y="20116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Lab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47548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443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Project Technical Presentation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3375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Systems  |  Istanbul Atlas University  |  April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Ebru Inci             Dhafer Hamza Sfaxi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Kasra Nikdel          Fadi Ibrahim Basha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298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4712" y="1280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4712" y="164592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infrastructure · measure_ns&lt;Fn&gt;() · platform notes for Apple Silicon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88720"/>
            <a:ext cx="91440" cy="12984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2618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68312" y="1280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68312" y="164592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cache-line granularity controls per-access latency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651760"/>
            <a:ext cx="91440" cy="12984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249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24712" y="27432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Set Size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10896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step transitions across L1 → L2 → L3 → DRAM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65176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651760"/>
            <a:ext cx="91440" cy="1298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249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68312" y="27432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Traversal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68312" y="310896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Row-major vs column-major: spatial locality and slowdown ratio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11480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14800"/>
            <a:ext cx="91440" cy="12984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879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24712" y="42062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4712" y="45720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linked-list hops that defeat hardware prefetching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411480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114800"/>
            <a:ext cx="91440" cy="12984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1879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68312" y="42062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68312" y="45720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vs sum kernels · peak GB/s by cache level · serial dependency bottleneck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55778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577840"/>
            <a:ext cx="91440" cy="1298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650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124712" y="56692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24712" y="603504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practical rules derived from measured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benchmark modules  ·  C++17  ·  g++ -O2  ·  Apple Silicon M-series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Timer &amp; Benchmark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5852160" cy="4389120"/>
          </a:xfrm>
          <a:prstGeom prst="roundRect">
            <a:avLst>
              <a:gd name="adj" fmla="val 2083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Timing Primitive  —  src/timer.h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08760"/>
            <a:ext cx="5440680" cy="2880360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72768"/>
            <a:ext cx="5230368" cy="2743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Fn&gt;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measure_ns(Fn&amp;&amp; f,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long long n_accesses,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int iterations = 5)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clk = chrono::high_resolution_clock;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best = 1e18;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iterations; ++i)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t0 = clk::now();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f();               // benchmark kernel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t1 = clk::now();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ns = (double)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duration_cast&lt;nanoseconds&gt;(t1-t0)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.count() / (double)n_accesses;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(ns &lt; best) best = ns; // best of 5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best;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1051560"/>
            <a:ext cx="5532120" cy="1344168"/>
          </a:xfrm>
          <a:prstGeom prst="roundRect">
            <a:avLst>
              <a:gd name="adj" fmla="val 6803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1612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best-of-5?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65392" y="1463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scheduling, page faults, and thermal events produce upward outliers. The minimum timer value represents the hardware latency floor without software noise.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2514600"/>
            <a:ext cx="5532120" cy="1344168"/>
          </a:xfrm>
          <a:prstGeom prst="roundRect">
            <a:avLst>
              <a:gd name="adj" fmla="val 6803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624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divide by n_accesses?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2926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per-operation cost, not total elapsed time. Allows fair comparison across experiments with different loop counts.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977640"/>
            <a:ext cx="5532120" cy="1344168"/>
          </a:xfrm>
          <a:prstGeom prst="roundRect">
            <a:avLst>
              <a:gd name="adj" fmla="val 6803"/>
            </a:avLst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0873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Apple Silicon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65392" y="4389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architecture, ~8-16 MB System Level Cache, LPDDR bandwidth &gt;100 GB/s, aggressive hardware prefetcher. Results differ predictably from x86 textbooks.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548640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55504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Source Layout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5815584"/>
            <a:ext cx="5166360" cy="566928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833872"/>
            <a:ext cx="5010912" cy="5303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 timer.h  config.h  main.cpp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stride_bench.cpp   workingset_bench.cpp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matrix_bench.cpp   linkedlist_bench.cpp   bandwidth_bench.cpp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943600" y="5486400"/>
            <a:ext cx="5925312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555040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Run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9048" y="5815584"/>
            <a:ext cx="5623560" cy="566928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5833872"/>
            <a:ext cx="5440680" cy="5303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             # builds all five benchmarks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run          # runs + writes results/*.csv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g++ -O2 -std=c++17 -Wall -Wextra src/*.cpp -o bench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Compiler: g++ -O2 -std=c++17 -Wall -Wextra  ·  BENCH_ITERS=5  ·  MIN_ACCESSES=4,000,000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— Stride Access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pic>
        <p:nvPicPr>
          <p:cNvPr id="8" name="Image 0" descr="/Users/darkarc/Pictures/atlas-university/computer_systems/mid-term-project/results/figures/report_str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32104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32520" y="1024128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42832" y="1115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Cache-Line Boundary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42832" y="1426464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64-byte cache lines are the atomic unit of data transfer. On Apple Silicon the prefetcher hides the 64B boundary — the latency spike appears at 128 bytes (two consecutive lines).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732520" y="2788920"/>
            <a:ext cx="3246120" cy="1920240"/>
          </a:xfrm>
          <a:prstGeom prst="roundRect">
            <a:avLst>
              <a:gd name="adj" fmla="val 4762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2880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42832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4–64 B stride:   ~0.88 ns  (L1 hit)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42832" y="3611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B stride:    4.50 ns   ★ spike!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942832" y="4023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256+ B:          1.6–3.8 ns (stream)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4828032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Kernel  —  stride_bench.cpp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5166360"/>
            <a:ext cx="5212080" cy="1133856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5193792"/>
            <a:ext cx="5029200" cy="10698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 = 0; i &lt; SIZE; i += stride_elems)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+= arr[i];      // touches a new 64-B cache line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// whenever stride_bytes &gt;= 64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volatile sink prevents dead-code elimination: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long long _sink = sum;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89320" y="4828032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49011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What Triggers a Cache Miss?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99632" y="5212080"/>
            <a:ext cx="5623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loads memory in 64-byte blocks (cache lines). Two accesses to the same line cost only one fetch. Apple M-series prefetches pairs of lines (128 B window), so the spike shifts from the expected 64 B to 128 B — only a stride that crosses both lines in the prefetch pair causes a guaranteed miss. Padding hot structs to 64-byte boundaries prevents false sharing across cores.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64 MB int array  ·  strides swept 1–1024 elements  ·  ~0.88 ns (hit) vs ~4.5 ns (miss)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— Working Set Size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pic>
        <p:nvPicPr>
          <p:cNvPr id="8" name="Image 0" descr="/Users/darkarc/Pictures/atlas-university/computer_systems/mid-term-project/results/figures/report_working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795528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024128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D1B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77072" y="1115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vs Observed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77072" y="14813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(x86):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77072" y="1773936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latency profile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L1→L2→L3→DRAM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77072" y="267004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(M-series):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77072" y="2962656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~1 ns across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array sizes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49640" y="3822192"/>
            <a:ext cx="324612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77072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flat curve?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77072" y="4206240"/>
            <a:ext cx="3246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Aggressive HW prefetcher recognises sequential scans</a:t>
            </a:r>
            <a:endParaRPr lang="en-US" sz="9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~8-16 MB System Level Cache absorbs medium arrays</a:t>
            </a:r>
            <a:endParaRPr lang="en-US" sz="9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LPDDR bandwidth &gt;100 GB/s serves large arrays fast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228600" y="4773168"/>
            <a:ext cx="5577840" cy="1627632"/>
          </a:xfrm>
          <a:prstGeom prst="roundRect">
            <a:avLst>
              <a:gd name="adj" fmla="val 5618"/>
            </a:avLst>
          </a:prstGeom>
          <a:solidFill>
            <a:srgbClr val="0D1B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" y="484632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Scan Kernel  —  workingset_bench.cpp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5102352"/>
            <a:ext cx="5212080" cy="1188720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5138928"/>
            <a:ext cx="5029200" cy="11155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Scan the entire working set once per iteration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sum = 0;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 = 0; i &lt; n_elems; ++i)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+= arr[i];    // stride = 4 B (int)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HW prefetcher detects stride=1 and issues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NEXT cache line BEFORE the CPU asks for 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4773168"/>
            <a:ext cx="5971032" cy="1627632"/>
          </a:xfrm>
          <a:prstGeom prst="roundRect">
            <a:avLst>
              <a:gd name="adj" fmla="val 5618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9632" y="48463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vs Apple Silicon — Why the Curve Differs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99632" y="5120640"/>
            <a:ext cx="5623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(Intel/AMD): prefetcher covers only L1/L2. Arrays larger than L2 still show a step increase at the L3/DRAM boundary because the prefetcher cannot hide L3 misses.</a:t>
            </a:r>
            <a:endParaRPr lang="en-US" sz="920" dirty="0"/>
          </a:p>
          <a:p>
            <a:pPr indent="0" marL="0">
              <a:lnSpc>
                <a:spcPct val="128000"/>
              </a:lnSpc>
              <a:buNone/>
            </a:pPr>
            <a:endParaRPr lang="en-US" sz="92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M-series: the System Level Cache (SLC, ~8–16 MB) is private to the CPU cluster and sits between L3 and DRAM. It absorbs medium-size sequential arrays entirely, collapsing the expected 4-step profile to a flat ~1 ns line.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array sizes 1 KB – 256 MB  ·  sequential scan  ·  Apple Silicon hides all transitions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— Matrix Traversal Order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pic>
        <p:nvPicPr>
          <p:cNvPr id="8" name="Image 0" descr="/Users/darkarc/Pictures/atlas-university/computer_systems/mid-term-project/results/figures/repor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229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1024128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87968" y="1115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Slowdown Summary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87968" y="1481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  Size     Slowdown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887968" y="1755648"/>
            <a:ext cx="283464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87968" y="18105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N=64  32 KB   1.09×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887968" y="2157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N=256  512 KB   1.47×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87968" y="25054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N=1024  8 MB   1.45×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87968" y="28529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N=4096  128 MB   1.53×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686800" y="3310128"/>
            <a:ext cx="329184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87968" y="3401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87968" y="3712464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1.5× vs theoretical 8× max. The hardware prefetcher detects the regular column stride and partially compensates — but the penalty remains real and consistent.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4864608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49377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Difference  —  matrix_bench.cpp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5193792"/>
            <a:ext cx="5212080" cy="1133856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5230368"/>
            <a:ext cx="5029200" cy="10515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Row-major — cache-friendly (stride = 8 B / double)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i=0;i&lt;N;++i)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j=0;j&lt;N;++j) s += m[i][j];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Col-major — cache-hostile (stride = N×8 B)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j=0;j&lt;N;++j)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i=0;i&lt;N;++i) s += m[i][j];   // 1.5× slower!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5989320" y="4864608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9632" y="4937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Locality &amp; C++ Memory Layout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199632" y="5212080"/>
            <a:ext cx="5623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stores 2-D arrays in row-major order: m[0][0], m[0][1], m[0][2] … are adjacent bytes in memory. Row-major access walks through contiguous memory — each 64-byte cache line holds 8 doubles and all 8 are used.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Column-major access jumps N×8 bytes between iterations. For N=1024 that is 8 KB per step — one cache miss per element. The theoretical max slowdown is 8× (one double per line); we measured 1.5× because the HW prefetcher partially compensates.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3: N×N double matrices, N=64–4096  ·  col-major is always slower  ·  write cache-friendly loops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 — Pointer Chasing (Linked List)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pic>
        <p:nvPicPr>
          <p:cNvPr id="8" name="Image 0" descr="/Users/darkarc/Pictures/atlas-university/computer_systems/mid-term-project/results/figures/report_linked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04672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024128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68512" y="11155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by Cache Level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68512" y="1481328"/>
            <a:ext cx="109728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3104" y="1481328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≤128 KB    ~0.65 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833104" y="175564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668512" y="2011680"/>
            <a:ext cx="109728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33104" y="2011680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KB     ~4 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33104" y="2286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L2→L3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668512" y="2542032"/>
            <a:ext cx="109728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33104" y="2542032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512K–16MB  ~8–11 ns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833104" y="281635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668512" y="3072384"/>
            <a:ext cx="109728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33104" y="3072384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MB      ~38 ns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833104" y="334670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→DRAM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668512" y="3602736"/>
            <a:ext cx="109728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33104" y="3602736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≥64 MB     ~70–83 ns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833104" y="387705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458200" y="4133088"/>
            <a:ext cx="35204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68512" y="4224528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 latency range from L1 to DRAM. Pointer chasing serialises loads — the CPU cannot prefetch the next address until the current load completes.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28600" y="4828032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Struct &amp; Chase Loop  —  linkedlist_bench.cpp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5157216"/>
            <a:ext cx="5212080" cy="1133856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5193792"/>
            <a:ext cx="5029200" cy="10698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alignas(64) Node { Node* next; };  // 1 node = 1 cache line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Fisher-Yates randomly shuffles pointer chain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__attribute__((noinline))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chase(Node* head, long long n) {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(Node* p = head; p; p = p-&gt;next);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asm volatile("" ::: "memory"); // prevent opt-out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989320" y="4828032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49011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Hardware Prefetching Cannot Help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199632" y="5212080"/>
            <a:ext cx="5623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node is stored inside the current node — which has not been loaded yet. This creates a load-use dependency: the CPU cannot issue the next memory request until the current one completes. Each hop is a fully serialised cache miss.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alignas(64) guarantees that every node occupies exactly one cache line, so each hop always fetches a fresh 64-byte block. The __attribute__((noinline)) + asm volatile barrier was essential to prevent the compiler from eliminating the loop at -O2.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4: Fisher-Yates shuffled list · alignas(64) nodes · __attribute__((noinline)) + asm volatile barrier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 — Memory Bandwidth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pic>
        <p:nvPicPr>
          <p:cNvPr id="8" name="Image 0" descr="/Users/darkarc/Pictures/atlas-university/computer_systems/mid-term-project/results/figures/report_bandwi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27532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32520" y="1024128"/>
            <a:ext cx="3246120" cy="3703320"/>
          </a:xfrm>
          <a:prstGeom prst="roundRect">
            <a:avLst>
              <a:gd name="adj" fmla="val 2817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42832" y="1115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Copy Bandwidth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42832" y="14447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        Copy        Sum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942832" y="1682496"/>
            <a:ext cx="274320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17373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(~8 KB)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942832" y="1901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 GB/s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1901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 GB/s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942832" y="21031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(~256 KB)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942832" y="2267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 GB/s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32720" y="2267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 GB/s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42832" y="2468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(~8 MB)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942832" y="2633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 GB/s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32720" y="2633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 GB/s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942832" y="283464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(&gt;64MB)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942832" y="29992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 GB/s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32720" y="29992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17.1 GB/s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732520" y="3310128"/>
            <a:ext cx="324612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42832" y="3401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sum always ~17 GB/s?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942832" y="3712464"/>
            <a:ext cx="2880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FP-add dependency chain: each iteration s += src[i] must wait for the previous addition (~5 cycle latency at 3.5 GHz). Memory bandwidth is completely irrelevant.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228600" y="4828032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Kernels, Two Bottlenecks  —  bandwidth_bench.cpp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5157216"/>
            <a:ext cx="5212080" cy="1133856"/>
          </a:xfrm>
          <a:prstGeom prst="rect">
            <a:avLst/>
          </a:prstGeom>
          <a:solidFill>
            <a:srgbClr val="0208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5193792"/>
            <a:ext cx="5029200" cy="10698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— independent, bandwidth-limited: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i=0; i&lt;n; ++i) dst[i]=src[i];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 — SERIAL dependency on 's' (compute-limited):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 = 0;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i=0; i&lt;n; ++i) s += src[i];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each iter WAITS for prev FP-add to finish (~5 cyc)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989320" y="4828032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49011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Serial Dependency Bottleneck Explained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199632" y="5212080"/>
            <a:ext cx="5623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issues independent load/store pairs — the CPU can pipeline many at once and the bottleneck is purely memory bandwidth (&gt;100 GB/s on Apple Silicon).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carries a loop-carried dependency: s_{i+1} = s_i + src[i]. The FP-add unit has ~5-cycle latency, so only one addition completes per 5 cycles. At 3.2 GHz: 4 B ÷ (5 cycles ÷ 3.2 GHz) ≈ 2.6 GB/s theoretical ceiling. Measured 17 GB/s means the compiler auto-vectorised with partial unrolling — but it still cannot reach memory-speed.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5: copy (read+write) vs sum (read-only)  ·  DRAM copy 109 GB/s  ·  sum bottlenecked by compute, not memory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Dashboard — All Experiments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pic>
        <p:nvPicPr>
          <p:cNvPr id="8" name="Image 0" descr="/Users/darkarc/Pictures/atlas-university/computer_systems/mid-term-project/results/figures/repor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11722608" cy="5440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Stride · Working Set · Matrix Slowdown · Bandwidth  ·  all data from live benchmarks on Apple Silicon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Five Practical Rules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1A5F57"/>
          </a:solidFill>
          <a:ln w="12700">
            <a:solidFill>
              <a:srgbClr val="1A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70432"/>
            <a:ext cx="91440" cy="22128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07592"/>
            <a:ext cx="457200" cy="402336"/>
          </a:xfrm>
          <a:prstGeom prst="ellipse">
            <a:avLst/>
          </a:prstGeom>
          <a:solidFill>
            <a:srgbClr val="0D4F4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298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4984" y="130759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Cache-line granularity is real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182880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Accesses spaced &gt;64 bytes apart each require a new 64-byte fetch. Pad hot data structures to align with cache-line boundaries to avoid wasting bandwidth.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898648"/>
            <a:ext cx="3520440" cy="365760"/>
          </a:xfrm>
          <a:prstGeom prst="rect">
            <a:avLst/>
          </a:prstGeom>
          <a:solidFill>
            <a:srgbClr val="02081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91693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alignas(64) HotData { int x, y, z, pad[13]; };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297680" y="117043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170432"/>
            <a:ext cx="91440" cy="22128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1307592"/>
            <a:ext cx="457200" cy="402336"/>
          </a:xfrm>
          <a:prstGeom prst="ellipse">
            <a:avLst/>
          </a:prstGeom>
          <a:solidFill>
            <a:srgbClr val="1B3A5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298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92624" y="130759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access is nearly free on Apple Silicon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2272" y="182880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Prefetching + SLC hides the memory hierarchy for sequential scans. On x86 the 4-tier latency penalty is fully visible at each cache boundary.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62272" y="2898648"/>
            <a:ext cx="3520440" cy="365760"/>
          </a:xfrm>
          <a:prstGeom prst="rect">
            <a:avLst/>
          </a:prstGeom>
          <a:solidFill>
            <a:srgbClr val="02081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291693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(size_t i=0; i&lt;n; ++i) sum+=arr[i]; // stride=1 → prefetch wins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8275320" y="117043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1170432"/>
            <a:ext cx="91440" cy="22128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1307592"/>
            <a:ext cx="457200" cy="402336"/>
          </a:xfrm>
          <a:prstGeom prst="ellipse">
            <a:avLst/>
          </a:prstGeom>
          <a:solidFill>
            <a:srgbClr val="5A45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1298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70264" y="130759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row-major loops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39912" y="182880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Column-major traversal is 1.5× slower on M-series and up to 8× on x86. Always let the innermost loop index advance the last (column) dimension.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39912" y="2898648"/>
            <a:ext cx="3520440" cy="365760"/>
          </a:xfrm>
          <a:prstGeom prst="rect">
            <a:avLst/>
          </a:prstGeom>
          <a:solidFill>
            <a:srgbClr val="0208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291693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for(i) for(j) s+=m[i][j];  // ✓  vs  for(j) for(i) s+=m[i][j];  // ✗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320040" y="354787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547872"/>
            <a:ext cx="91440" cy="22128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" y="3685032"/>
            <a:ext cx="457200" cy="402336"/>
          </a:xfrm>
          <a:prstGeom prst="ellipse">
            <a:avLst/>
          </a:prstGeom>
          <a:solidFill>
            <a:srgbClr val="5A2929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6758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14984" y="368503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 forces full memory latency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" y="420624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 gap between L1 (0.65 ns) and DRAM (83 ns). Each hop is serialised — the CPU cannot prefetch the next address until the current load completes.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" y="5276088"/>
            <a:ext cx="3520440" cy="365760"/>
          </a:xfrm>
          <a:prstGeom prst="rect">
            <a:avLst/>
          </a:prstGeom>
          <a:solidFill>
            <a:srgbClr val="02081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" y="529437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Prefer arr[idx[i]] over p=p-&gt;next when list fits in cache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4297680" y="354787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3547872"/>
            <a:ext cx="91440" cy="22128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62272" y="3685032"/>
            <a:ext cx="457200" cy="402336"/>
          </a:xfrm>
          <a:prstGeom prst="ellipse">
            <a:avLst/>
          </a:prstGeom>
          <a:solidFill>
            <a:srgbClr val="3D2F5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2272" y="36758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92624" y="368503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bandwidth ≠ high performance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62272" y="420624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loop-carried dependencies (prefix-sum, reductions) are CPU-latency-bound. Breaking the chain with multiple accumulators recovers throughput.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62272" y="5276088"/>
            <a:ext cx="3520440" cy="365760"/>
          </a:xfrm>
          <a:prstGeom prst="rect">
            <a:avLst/>
          </a:prstGeom>
          <a:solidFill>
            <a:srgbClr val="0208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7136" y="529437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s0=0,s1=0; s0+=a[2*i]; s1+=a[2*i+1]; // break dep chain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findings supported by live benchmark data collected on Apple Silicon M-series  ·  C++17  ·  g++ -O2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4747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9144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 pattern is a first-order performance variable — often more impactful than algorithm choice.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9144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 determines which memory hierarchy effects are visible. Apple Silicon hides effects that x86 exposes.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9144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requires careful implementation: noinline, volatile sinks, and compiler barriers prevent dead-code elimination.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9144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020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128× latency range from L1 to DRAM underlines the value of keeping hot data in cache.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800600"/>
            <a:ext cx="9144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7316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 only helps when the algorithm structure can exploit it; serial dependencies override it.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3716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858000" y="2084832"/>
            <a:ext cx="347472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286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Locality Performance Lab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Systems  ·  Istanbul Atlas University  ·  April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291840"/>
            <a:ext cx="562356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4015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89320" y="3749040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Ebru Inci                 Dhafer Hamza Sfaxi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096512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Kasra Nikdel              Fadi Ibrahim Basha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51663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Istanbul Atlas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&amp; Locality Performance Lab</dc:title>
  <dc:subject>Computer Systems Mid-term Project</dc:subject>
  <dc:creator>Team 11</dc:creator>
  <cp:lastModifiedBy>Team 11</cp:lastModifiedBy>
  <cp:revision>1</cp:revision>
  <dcterms:created xsi:type="dcterms:W3CDTF">2026-04-06T23:47:11Z</dcterms:created>
  <dcterms:modified xsi:type="dcterms:W3CDTF">2026-04-06T23:47:11Z</dcterms:modified>
</cp:coreProperties>
</file>